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D6D3-DB3F-414C-AE83-D0D2E39B3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09245-883E-421B-98F4-8339A783D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19F83-D920-4716-997A-696148E3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A43B-1237-4583-B367-4211C784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A40F-105E-4A7C-8B18-704B5F41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8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739B-FD89-420B-972D-5B203E95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1408-9EEB-463A-AF04-103DC4DED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6F3F5-1545-4F0C-915C-35B04EF2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F45E-92D1-4E51-BEA9-E7B16C15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599CB-BB6C-4CEB-B94F-E69430AB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3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FFC1-1F97-4021-9891-F6879F00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142EA-C4A8-43A8-80C7-BF45EB7E6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8D37A-C86D-4DA5-8C79-390B8BFC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46F27-217C-40E5-AD33-D24D80C9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4A56-BF36-4E6F-B892-C2415EE2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6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CF9B-23F0-4774-9720-C8434792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87A7-3B2D-4EF2-91A2-DF8B92AAD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21EA2-5DD4-4893-ADC3-5F3175EF2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31EAF-8E2E-4A3F-8FDB-86195459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A1A28-6641-4683-BB63-FCA04341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AF7EA-E638-4B86-A488-61A71CBA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FBEA-7FA3-42C7-B3D4-70EBDB15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8A7C1-BAC1-480C-820B-CC0E396D0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7A047-854D-436F-9757-D418FAC4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8BBEB-D3CC-44F2-B778-AF90E68B4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CBDC1-05D5-43CA-912F-FC2514EF2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62101-3C29-4BEA-BB7D-C4191E39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29556-1DFF-4616-B7FB-00CC0615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E05DB-0F44-4A4E-AA5B-A1B31A7A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65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ECF8-5246-4CAD-ACCA-2D284CDD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F076C-CD09-4078-BEEC-C47638839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0A6BE-BC4E-42A9-960D-5EE869C6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60EA3-7C09-454B-919B-B6CAACE2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63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E496F-D5EE-4B61-8279-46DAA59A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80C88-7602-44DA-AFF5-31DFCB89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3276C-4D45-4B31-8C01-0F6A3218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7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EE0E-88BC-49F7-A09C-2DC0F772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45773-A16E-41FD-8F86-C82789B0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A9D9F-3B75-44B3-A40E-C9E10997D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1E867-CFBD-42A6-822E-B0329786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BEB8-9396-4CEF-9D3E-5454BFEA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28D0-08D9-48FB-B3FB-8650CB26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8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1A04-0294-49D4-A51C-8243A993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CFBA0-EBC6-4225-9FEB-6FBCC8BD8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BD741-891B-4764-A362-3A2F9ECF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2C31E-17BB-4F86-9505-3C40DF2E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811ED-6E32-4F42-BB64-AA5803E9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B1D2E-1D48-4149-BEE0-46EDE44C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2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1155-7B72-4714-ACF3-D2484AD0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D0BAF-0236-471A-8DB6-4B638E2F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7BB5D-C3F6-47D4-8916-B4CEDDB8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085A9-853C-4762-9CC9-16A2D9E7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612C-1BF8-4E61-BD4C-A1D58352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6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D5BE9-A6B7-4453-AB6E-D7F9E42DE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FB3CA-8F3B-4841-A4FB-33C9A6F54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ADC69-9414-4FB8-A239-382D16A2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647E-A8A0-42F6-B32A-568E4E05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E617C-B9AF-4D84-9220-C50D3A78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9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6E13D-D3EF-40EA-A319-EC44F576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2F445-4486-47FE-B918-50DED7D8E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F737-F087-4A73-8AE2-E75292B1F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109F3-C3D4-4C6C-9DF5-97EB4D441D72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2C400-C564-41AD-A3B3-8607C7074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126CC-7A91-400A-8846-041F4DA6C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9F5D1-BE81-4557-9C7C-D1CA0BAA1F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8734459C-7E9A-4C3F-9E93-3EA7565E7BA7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55158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BF9D-A6F7-49C6-B6DD-D25DCDFCD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of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C1C67-A2EA-4B36-92BE-DF4BB1137B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4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DCA0-C07A-44D4-ADFD-55225E10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Internet Of things &amp;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38BE8-2FDB-42DA-AD9D-52150F917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30"/>
            <a:ext cx="10515600" cy="4351338"/>
          </a:xfrm>
        </p:spPr>
        <p:txBody>
          <a:bodyPr/>
          <a:lstStyle/>
          <a:p>
            <a:r>
              <a:rPr lang="en-US" dirty="0"/>
              <a:t>A “thing” :anything besides a traditional computer(e.g. refrigerator) </a:t>
            </a:r>
          </a:p>
          <a:p>
            <a:endParaRPr lang="en-US" dirty="0"/>
          </a:p>
          <a:p>
            <a:r>
              <a:rPr lang="en-US" dirty="0"/>
              <a:t>Add computational intelligence (e.g. microcontroller, processor) to improve the function of the device.</a:t>
            </a:r>
          </a:p>
          <a:p>
            <a:endParaRPr lang="en-US" dirty="0"/>
          </a:p>
          <a:p>
            <a:r>
              <a:rPr lang="en-US" dirty="0"/>
              <a:t>Add network connection to further </a:t>
            </a:r>
            <a:r>
              <a:rPr lang="en-US" dirty="0" err="1"/>
              <a:t>enchance</a:t>
            </a:r>
            <a:r>
              <a:rPr lang="en-US" dirty="0"/>
              <a:t> its function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E0A2F-506A-4FC1-92D7-29F677DB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04" y="4281873"/>
            <a:ext cx="9118466" cy="240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3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49FC-4036-4F6F-93B6-8AF138B6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E78E-5643-4049-9C8F-F50B01E2A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Refrigerator detects/senses no food (nutritious food e.g. egg, seafood) </a:t>
            </a:r>
            <a:r>
              <a:rPr lang="en-US" dirty="0" err="1"/>
              <a:t>avaiable</a:t>
            </a:r>
            <a:r>
              <a:rPr lang="en-US" dirty="0"/>
              <a:t>. It connects to the internet and search from different sources (to find the lowest price) and buy food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1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1A59-E89D-4D7D-A981-40D2B25B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embedded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AE39A-303A-4FA0-A01D-C123DF92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31F20"/>
                </a:solidFill>
                <a:effectLst/>
                <a:latin typeface="ReithSans"/>
              </a:rPr>
              <a:t>An embedded system is a </a:t>
            </a:r>
            <a:r>
              <a:rPr lang="en-US" b="0" i="0" dirty="0">
                <a:solidFill>
                  <a:srgbClr val="FF0000"/>
                </a:solidFill>
                <a:effectLst/>
                <a:latin typeface="ReithSans"/>
              </a:rPr>
              <a:t>small computer (special purposed computer) </a:t>
            </a:r>
            <a:r>
              <a:rPr lang="en-US" b="0" i="0" dirty="0">
                <a:solidFill>
                  <a:srgbClr val="231F20"/>
                </a:solidFill>
                <a:effectLst/>
                <a:latin typeface="ReithSans"/>
              </a:rPr>
              <a:t>that forms part of a larger system, device or machine. Its purpose is to control the device and to allow a user to interact with it (</a:t>
            </a:r>
            <a:r>
              <a:rPr lang="en-US" b="0" i="0" dirty="0">
                <a:solidFill>
                  <a:srgbClr val="FF0000"/>
                </a:solidFill>
                <a:effectLst/>
                <a:latin typeface="ReithSans"/>
              </a:rPr>
              <a:t>the complexity is embedded/hidden</a:t>
            </a:r>
            <a:r>
              <a:rPr lang="en-US" b="0" i="0" dirty="0">
                <a:solidFill>
                  <a:srgbClr val="231F20"/>
                </a:solidFill>
                <a:effectLst/>
                <a:latin typeface="ReithSans"/>
              </a:rPr>
              <a:t>). They tend to have one, or a limited number of tasks that they can perform.</a:t>
            </a:r>
          </a:p>
          <a:p>
            <a:endParaRPr lang="en-US" dirty="0">
              <a:solidFill>
                <a:srgbClr val="231F20"/>
              </a:solidFill>
              <a:latin typeface="ReithSans"/>
            </a:endParaRPr>
          </a:p>
          <a:p>
            <a:r>
              <a:rPr lang="en-US" dirty="0">
                <a:solidFill>
                  <a:srgbClr val="231F20"/>
                </a:solidFill>
                <a:latin typeface="ReithSans"/>
              </a:rPr>
              <a:t>Example phone, camera, </a:t>
            </a:r>
            <a:r>
              <a:rPr lang="en-US" dirty="0" err="1">
                <a:solidFill>
                  <a:srgbClr val="231F20"/>
                </a:solidFill>
                <a:latin typeface="ReithSans"/>
              </a:rPr>
              <a:t>watch,etc</a:t>
            </a:r>
            <a:r>
              <a:rPr lang="en-US" dirty="0">
                <a:solidFill>
                  <a:srgbClr val="231F20"/>
                </a:solidFill>
                <a:latin typeface="ReithSans"/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9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8659-EBA3-446E-B747-6A2C8BC2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view of Embedded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2B51F7-04E8-40CF-8620-489494516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450" y="2026987"/>
            <a:ext cx="9194494" cy="2964389"/>
          </a:xfrm>
        </p:spPr>
      </p:pic>
    </p:spTree>
    <p:extLst>
      <p:ext uri="{BB962C8B-B14F-4D97-AF65-F5344CB8AC3E}">
        <p14:creationId xmlns:p14="http://schemas.microsoft.com/office/powerpoint/2010/main" val="98310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BA92-1989-4BB2-BBFB-B1DDECA9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D98A-13D6-4608-8AF9-67932EAC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Register: Store only a single bit .very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fast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but expensive. Several special-purpose registers, used internally (in CPU)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Cache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small amount of memory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which is a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part of the CPU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- closer to the CPU than RAM . It is used to temporarily hold instructions and data that the CPU is likely to reuse.</a:t>
            </a:r>
          </a:p>
          <a:p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RAM (main memory): Separate from CPU. Slow.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50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5410-336E-423A-BD18-C02E86FC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Intepreted</a:t>
            </a:r>
            <a:r>
              <a:rPr lang="en-US" dirty="0"/>
              <a:t> and compiled </a:t>
            </a:r>
            <a:r>
              <a:rPr lang="en-US" dirty="0" err="1"/>
              <a:t>languge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A1843-EA8C-4766-BC5B-E80E0E61E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7757" y="2393548"/>
            <a:ext cx="5372100" cy="3400425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CCF5A6-E269-4730-9363-0F8913AD3614}"/>
              </a:ext>
            </a:extLst>
          </p:cNvPr>
          <p:cNvCxnSpPr>
            <a:cxnSpLocks/>
          </p:cNvCxnSpPr>
          <p:nvPr/>
        </p:nvCxnSpPr>
        <p:spPr>
          <a:xfrm flipH="1">
            <a:off x="2331163" y="2947407"/>
            <a:ext cx="996594" cy="154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2D0F00-A029-421A-8F0C-26D2F811BBD4}"/>
              </a:ext>
            </a:extLst>
          </p:cNvPr>
          <p:cNvSpPr txBox="1"/>
          <p:nvPr/>
        </p:nvSpPr>
        <p:spPr>
          <a:xfrm>
            <a:off x="472611" y="2147300"/>
            <a:ext cx="23116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is </a:t>
            </a:r>
            <a:r>
              <a:rPr lang="en-US" dirty="0" err="1"/>
              <a:t>interpreated</a:t>
            </a:r>
            <a:r>
              <a:rPr lang="en-US" dirty="0"/>
              <a:t> </a:t>
            </a:r>
            <a:r>
              <a:rPr lang="en-US" dirty="0" err="1"/>
              <a:t>lanauge</a:t>
            </a:r>
            <a:r>
              <a:rPr lang="en-US" dirty="0"/>
              <a:t> means it needs to translated to machine language </a:t>
            </a:r>
            <a:r>
              <a:rPr lang="en-US" dirty="0" err="1"/>
              <a:t>everytime</a:t>
            </a:r>
            <a:r>
              <a:rPr lang="en-US" dirty="0"/>
              <a:t> it runs(slower)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A1CD6-1BD5-46CD-BED5-08515972840F}"/>
              </a:ext>
            </a:extLst>
          </p:cNvPr>
          <p:cNvSpPr txBox="1"/>
          <p:nvPr/>
        </p:nvSpPr>
        <p:spPr>
          <a:xfrm>
            <a:off x="9337496" y="4580563"/>
            <a:ext cx="2854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 is compiled </a:t>
            </a:r>
            <a:r>
              <a:rPr lang="en-US" dirty="0" err="1"/>
              <a:t>lanauge</a:t>
            </a:r>
            <a:r>
              <a:rPr lang="en-US" dirty="0"/>
              <a:t> means it needs to translated to machine language onetime. Subsequent use just need to run the machine language(faster)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5351D2-044B-4D76-866D-20778524829E}"/>
              </a:ext>
            </a:extLst>
          </p:cNvPr>
          <p:cNvCxnSpPr/>
          <p:nvPr/>
        </p:nvCxnSpPr>
        <p:spPr>
          <a:xfrm>
            <a:off x="8198778" y="4664467"/>
            <a:ext cx="1044539" cy="33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02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C2A2-6028-4736-B104-7E9C2CC5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4AEE30-C5A5-44AC-B697-43C6C8A52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296" y="1835899"/>
            <a:ext cx="6921840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B3A828-0DBF-4B06-8994-0501E40E7066}"/>
              </a:ext>
            </a:extLst>
          </p:cNvPr>
          <p:cNvCxnSpPr/>
          <p:nvPr/>
        </p:nvCxnSpPr>
        <p:spPr>
          <a:xfrm flipV="1">
            <a:off x="7633699" y="4489807"/>
            <a:ext cx="924674" cy="11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DBE3C2-0816-44E5-8FF6-F118723FEAE8}"/>
              </a:ext>
            </a:extLst>
          </p:cNvPr>
          <p:cNvSpPr txBox="1"/>
          <p:nvPr/>
        </p:nvSpPr>
        <p:spPr>
          <a:xfrm>
            <a:off x="8476180" y="4140485"/>
            <a:ext cx="3811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system: Between actual application and hardware. Application interact with hardware via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999001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4802</TotalTime>
  <Words>321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ReithSans</vt:lpstr>
      <vt:lpstr>Arial</vt:lpstr>
      <vt:lpstr>Arial</vt:lpstr>
      <vt:lpstr>Calibri</vt:lpstr>
      <vt:lpstr>Calibri Light</vt:lpstr>
      <vt:lpstr>Office Theme</vt:lpstr>
      <vt:lpstr>Internet of Things</vt:lpstr>
      <vt:lpstr>Internet Of things &amp; examples</vt:lpstr>
      <vt:lpstr>Example of IOT</vt:lpstr>
      <vt:lpstr>What are embedded system?</vt:lpstr>
      <vt:lpstr>Generic view of Embedded system</vt:lpstr>
      <vt:lpstr>Memory </vt:lpstr>
      <vt:lpstr>Intepreted and compiled languge</vt:lpstr>
      <vt:lpstr>Operating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</dc:title>
  <dc:creator>Liu, Xu</dc:creator>
  <cp:lastModifiedBy>Liu, Xu</cp:lastModifiedBy>
  <cp:revision>16</cp:revision>
  <dcterms:created xsi:type="dcterms:W3CDTF">2021-12-27T00:27:49Z</dcterms:created>
  <dcterms:modified xsi:type="dcterms:W3CDTF">2022-01-03T02:42:48Z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2022-01-03T02:42:48Z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2be81da7-af6f-4483-8f47-cb796923bc84</vt:lpwstr>
  </property>
  <property fmtid="{D5CDD505-2E9C-101B-9397-08002B2CF9AE}" pid="8" name="MSIP_Label_88914ebd-7e6c-4e12-a031-a9906be2db14_ContentBits">
    <vt:lpwstr>1</vt:lpwstr>
  </property>
</Properties>
</file>